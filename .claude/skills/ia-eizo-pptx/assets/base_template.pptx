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6"/>
  </p:notesMasterIdLst>
  <p:handoutMasterIdLst>
    <p:handoutMasterId r:id="rId27"/>
  </p:handoutMasterIdLst>
  <p:sldIdLst/>
  <p:sldSz cx="12192000" cy="6858000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三輪 裕一郎" initials="三輪" lastIdx="1" clrIdx="0">
    <p:extLst>
      <p:ext uri="{19B8F6BF-5375-455C-9EA6-DF929625EA0E}">
        <p15:presenceInfo xmlns:p15="http://schemas.microsoft.com/office/powerpoint/2012/main" userId="S-1-5-21-2757359341-4106210763-1751363652-1195" providerId="AD"/>
      </p:ext>
    </p:extLst>
  </p:cmAuthor>
  <p:cmAuthor id="2" name="神永 歩" initials="神永" lastIdx="1" clrIdx="1">
    <p:extLst>
      <p:ext uri="{19B8F6BF-5375-455C-9EA6-DF929625EA0E}">
        <p15:presenceInfo xmlns:p15="http://schemas.microsoft.com/office/powerpoint/2012/main" userId="神永 歩" providerId="None"/>
      </p:ext>
    </p:extLst>
  </p:cmAuthor>
  <p:cmAuthor id="3" name="坂本 愛里" initials="坂本" lastIdx="1" clrIdx="2">
    <p:extLst>
      <p:ext uri="{19B8F6BF-5375-455C-9EA6-DF929625EA0E}">
        <p15:presenceInfo xmlns:p15="http://schemas.microsoft.com/office/powerpoint/2012/main" userId="S-1-5-21-2757359341-4106210763-1751363652-126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DB"/>
    <a:srgbClr val="FF4B4B"/>
    <a:srgbClr val="1BB58D"/>
    <a:srgbClr val="2BACED"/>
    <a:srgbClr val="FF9393"/>
    <a:srgbClr val="61E7C5"/>
    <a:srgbClr val="80CDF4"/>
    <a:srgbClr val="7F7F7F"/>
    <a:srgbClr val="BFBFBF"/>
    <a:srgbClr val="EBAB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9" autoAdjust="0"/>
    <p:restoredTop sz="95842" autoAdjust="0"/>
  </p:normalViewPr>
  <p:slideViewPr>
    <p:cSldViewPr snapToGrid="0">
      <p:cViewPr varScale="1">
        <p:scale>
          <a:sx n="124" d="100"/>
          <a:sy n="124" d="100"/>
        </p:scale>
        <p:origin x="1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1426" y="67"/>
      </p:cViewPr>
      <p:guideLst/>
    </p:cSldViewPr>
  </p:notesViewPr>
  <p:gridSpacing cx="108000" cy="108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7733" y="0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44048-3073-4A6F-A1C6-E967EEA06621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6397620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E25E23-21ED-4861-9C32-90E2831A4D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8000" y="6397625"/>
            <a:ext cx="4276725" cy="338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87E12-F86D-4F37-9F2A-5A1024809F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546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5403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27" y="0"/>
            <a:ext cx="4275403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5C33B-AACB-4137-83BA-6EF5E5AC27BD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397807"/>
            <a:ext cx="4275403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27" y="6397807"/>
            <a:ext cx="4275403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B0608-386B-4315-81CF-8B629E6B0B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6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4B0D481-CBEC-400A-96B0-20987E5C06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92A2148-DADE-4C5D-8943-F9CB7180466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072568"/>
            <a:ext cx="12192000" cy="712864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ここにタイトルが入ります</a:t>
            </a:r>
          </a:p>
        </p:txBody>
      </p:sp>
    </p:spTree>
    <p:extLst>
      <p:ext uri="{BB962C8B-B14F-4D97-AF65-F5344CB8AC3E}">
        <p14:creationId xmlns:p14="http://schemas.microsoft.com/office/powerpoint/2010/main" val="34438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8021583-F26F-46EA-9249-38324A9B8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68324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２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86EDF83-5AE0-46E5-BC30-692A98BEA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4717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4012" userDrawn="1">
          <p15:clr>
            <a:srgbClr val="FBAE40"/>
          </p15:clr>
        </p15:guide>
        <p15:guide id="3" pos="3668" userDrawn="1">
          <p15:clr>
            <a:srgbClr val="FBAE40"/>
          </p15:clr>
        </p15:guide>
        <p15:guide id="4" orient="horz" pos="120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C42C679-16A5-4645-9506-B717B1406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49252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1933" userDrawn="1">
          <p15:clr>
            <a:srgbClr val="FBAE40"/>
          </p15:clr>
        </p15:guide>
        <p15:guide id="5" pos="2706" userDrawn="1">
          <p15:clr>
            <a:srgbClr val="FBAE40"/>
          </p15:clr>
        </p15:guide>
        <p15:guide id="6" pos="4974" userDrawn="1">
          <p15:clr>
            <a:srgbClr val="FBAE40"/>
          </p15:clr>
        </p15:guide>
        <p15:guide id="7" pos="5087" userDrawn="1">
          <p15:clr>
            <a:srgbClr val="FBAE40"/>
          </p15:clr>
        </p15:guide>
        <p15:guide id="8" pos="2593" userDrawn="1">
          <p15:clr>
            <a:srgbClr val="FBAE40"/>
          </p15:clr>
        </p15:guide>
        <p15:guide id="9" orient="horz" pos="1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ソースコード紹介F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4A2D89B-2EA3-4FE1-A385-AAA29F912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48468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 userDrawn="1">
          <p15:clr>
            <a:srgbClr val="FBAE40"/>
          </p15:clr>
        </p15:guide>
        <p15:guide id="2" pos="7151" userDrawn="1">
          <p15:clr>
            <a:srgbClr val="FBAE40"/>
          </p15:clr>
        </p15:guide>
        <p15:guide id="3" orient="horz" pos="3793" userDrawn="1">
          <p15:clr>
            <a:srgbClr val="FBAE40"/>
          </p15:clr>
        </p15:guide>
        <p15:guide id="4" orient="horz" pos="1253" userDrawn="1">
          <p15:clr>
            <a:srgbClr val="FBAE40"/>
          </p15:clr>
        </p15:guide>
        <p15:guide id="5" orient="horz" pos="107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法紹介F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7B9110C-FF2B-4C69-BA83-5FA342A94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81658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9">
          <p15:clr>
            <a:srgbClr val="FBAE40"/>
          </p15:clr>
        </p15:guide>
        <p15:guide id="2" pos="7151">
          <p15:clr>
            <a:srgbClr val="FBAE40"/>
          </p15:clr>
        </p15:guide>
        <p15:guide id="3" orient="horz" pos="1888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pos="2593" userDrawn="1">
          <p15:clr>
            <a:srgbClr val="FBAE40"/>
          </p15:clr>
        </p15:guide>
        <p15:guide id="6" pos="2706" userDrawn="1">
          <p15:clr>
            <a:srgbClr val="FBAE40"/>
          </p15:clr>
        </p15:guide>
        <p15:guide id="7" pos="4974" userDrawn="1">
          <p15:clr>
            <a:srgbClr val="FBAE40"/>
          </p15:clr>
        </p15:guide>
        <p15:guide id="8" pos="5087" userDrawn="1">
          <p15:clr>
            <a:srgbClr val="FBAE40"/>
          </p15:clr>
        </p15:guide>
        <p15:guide id="9" orient="horz" pos="107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05ADB29-E102-4983-99CC-917C21BF64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0D1831-E732-4964-BB3F-31DA5CFEED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95746A20-C154-4C7B-810A-E8DBAF6DB3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9600" y="3072568"/>
            <a:ext cx="7045038" cy="712864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36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lang="ja-JP" altLang="en-US" dirty="0"/>
              <a:t>ここにタイトルが入ります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D10068-0CB8-405C-B9E8-84AB477E3A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79" y="2905360"/>
            <a:ext cx="2683844" cy="1087472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0C920A3-E0FA-4383-AF51-55FBEF412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150915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14EDA243-2125-499F-8D21-7E7CB0FEDD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46" b="16466"/>
          <a:stretch/>
        </p:blipFill>
        <p:spPr bwMode="auto">
          <a:xfrm>
            <a:off x="0" y="0"/>
            <a:ext cx="12192000" cy="349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EA36D21-D684-44F2-A764-8F1711D1F258}"/>
              </a:ext>
            </a:extLst>
          </p:cNvPr>
          <p:cNvSpPr/>
          <p:nvPr userDrawn="1"/>
        </p:nvSpPr>
        <p:spPr>
          <a:xfrm>
            <a:off x="0" y="792000"/>
            <a:ext cx="12192000" cy="606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1D43FA4-FD3E-4930-8A1A-766EFF0EC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4638" y="6302375"/>
            <a:ext cx="487362" cy="555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fld id="{F599A5BA-B7C2-4E23-AF82-85FD31EF0D4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6D6AD6D-D505-4866-9E96-F7EC38B596F7}"/>
              </a:ext>
            </a:extLst>
          </p:cNvPr>
          <p:cNvSpPr/>
          <p:nvPr userDrawn="1"/>
        </p:nvSpPr>
        <p:spPr>
          <a:xfrm>
            <a:off x="0" y="0"/>
            <a:ext cx="12192000" cy="765175"/>
          </a:xfrm>
          <a:prstGeom prst="rect">
            <a:avLst/>
          </a:pr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549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51" r:id="rId2"/>
    <p:sldLayoutId id="2147483746" r:id="rId3"/>
    <p:sldLayoutId id="2147483734" r:id="rId4"/>
    <p:sldLayoutId id="2147483773" r:id="rId5"/>
    <p:sldLayoutId id="2147483774" r:id="rId6"/>
    <p:sldLayoutId id="214748377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rgbClr val="56C3EB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7" userDrawn="1">
          <p15:clr>
            <a:srgbClr val="F26B43"/>
          </p15:clr>
        </p15:guide>
        <p15:guide id="2" pos="7373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3970" userDrawn="1">
          <p15:clr>
            <a:srgbClr val="F26B43"/>
          </p15:clr>
        </p15:guide>
        <p15:guide id="5" orient="horz" pos="754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IA映像教材">
      <a:dk1>
        <a:srgbClr val="333333"/>
      </a:dk1>
      <a:lt1>
        <a:srgbClr val="FFFFFF"/>
      </a:lt1>
      <a:dk2>
        <a:srgbClr val="2BACED"/>
      </a:dk2>
      <a:lt2>
        <a:srgbClr val="FFFFFF"/>
      </a:lt2>
      <a:accent1>
        <a:srgbClr val="FF4B4B"/>
      </a:accent1>
      <a:accent2>
        <a:srgbClr val="1BB58D"/>
      </a:accent2>
      <a:accent3>
        <a:srgbClr val="EBAB1D"/>
      </a:accent3>
      <a:accent4>
        <a:srgbClr val="2BACED"/>
      </a:accent4>
      <a:accent5>
        <a:srgbClr val="F4F4F4"/>
      </a:accent5>
      <a:accent6>
        <a:srgbClr val="FFFFFF"/>
      </a:accent6>
      <a:hlink>
        <a:srgbClr val="4694F7"/>
      </a:hlink>
      <a:folHlink>
        <a:srgbClr val="095FC7"/>
      </a:folHlink>
    </a:clrScheme>
    <a:fontScheme name="IA映像教材用">
      <a:majorFont>
        <a:latin typeface="源ノ角ゴシック Code JP M"/>
        <a:ea typeface="游ゴシック"/>
        <a:cs typeface=""/>
      </a:majorFont>
      <a:minorFont>
        <a:latin typeface="源ノ角ゴシック Code JP M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43237</TotalTime>
  <Words>2012</Words>
  <Application>Microsoft Office PowerPoint</Application>
  <PresentationFormat>ワイド画面</PresentationFormat>
  <Paragraphs>335</Paragraphs>
  <Slides>24</Slides>
  <Notes>24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4" baseType="lpstr">
      <vt:lpstr>源ノ角ゴシック Code JP M</vt:lpstr>
      <vt:lpstr>游ゴシック</vt:lpstr>
      <vt:lpstr>游ゴシック Light</vt:lpstr>
      <vt:lpstr>Arial</vt:lpstr>
      <vt:lpstr>Bahnschrift Light</vt:lpstr>
      <vt:lpstr>Bahnschrift SemiBold SemiConden</vt:lpstr>
      <vt:lpstr>Calibri</vt:lpstr>
      <vt:lpstr>Helvetica</vt:lpstr>
      <vt:lpstr>Wingdings</vt:lpstr>
      <vt:lpstr>Office Theme</vt:lpstr>
      <vt:lpstr>講座名　第0回</vt:lpstr>
      <vt:lpstr>PowerPoint プレゼンテーション</vt:lpstr>
      <vt:lpstr>PowerPoint プレゼンテーション</vt:lpstr>
      <vt:lpstr>中表紙タイトルが入ります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slide</dc:title>
  <dc:creator>金城 愛恵</dc:creator>
  <cp:lastModifiedBy>岡野 隼</cp:lastModifiedBy>
  <cp:revision>2509</cp:revision>
  <cp:lastPrinted>2017-02-12T03:06:49Z</cp:lastPrinted>
  <dcterms:created xsi:type="dcterms:W3CDTF">2015-06-01T05:46:10Z</dcterms:created>
  <dcterms:modified xsi:type="dcterms:W3CDTF">2026-03-18T11:10:32Z</dcterms:modified>
</cp:coreProperties>
</file>